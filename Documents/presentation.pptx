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8517f3fc9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8517f3fc9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c8517f3fc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c8517f3fc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8517f3fc9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8517f3fc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8517f3fc9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8517f3fc9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8517f3fc9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8517f3fc9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8517f3fc9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8517f3fc9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8629110c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8629110c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8629110c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8629110c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8629110c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8629110c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8629110c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8629110c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8517f3fc9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8517f3fc9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8517f3fc9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8517f3fc9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8517f3fc9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c8517f3fc9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5.jpg"/><Relationship Id="rId5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7.png"/><Relationship Id="rId5" Type="http://schemas.openxmlformats.org/officeDocument/2006/relationships/image" Target="../media/image1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Βελτίωση αυτής της διαφάνειας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Βελτίωση αυτής της διαφάνειας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Βελτίωση αυτής της διαφάνειας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Βελτίωση αυτής της διαφάνειας" id="69" name="Google Shape;69;p16"/>
          <p:cNvPicPr preferRelativeResize="0"/>
          <p:nvPr/>
        </p:nvPicPr>
        <p:blipFill rotWithShape="1">
          <a:blip r:embed="rId3">
            <a:alphaModFix/>
          </a:blip>
          <a:srcRect b="6820" l="2391" r="0" t="0"/>
          <a:stretch/>
        </p:blipFill>
        <p:spPr>
          <a:xfrm>
            <a:off x="33325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Βελτίωση αυτής της διαφάνειας" id="74" name="Google Shape;74;p17"/>
          <p:cNvPicPr preferRelativeResize="0"/>
          <p:nvPr/>
        </p:nvPicPr>
        <p:blipFill rotWithShape="1">
          <a:blip r:embed="rId3">
            <a:alphaModFix/>
          </a:blip>
          <a:srcRect b="7080" l="2419" r="0" t="0"/>
          <a:stretch/>
        </p:blipFill>
        <p:spPr>
          <a:xfrm>
            <a:off x="0" y="0"/>
            <a:ext cx="917497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Βελτίωση αυτής της διαφάνειας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n you give me this background ?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1385" y="0"/>
            <a:ext cx="9344485" cy="520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9"/>
          <p:cNvPicPr preferRelativeResize="0"/>
          <p:nvPr/>
        </p:nvPicPr>
        <p:blipFill rotWithShape="1">
          <a:blip r:embed="rId4">
            <a:alphaModFix/>
          </a:blip>
          <a:srcRect b="7638" l="4380" r="3783" t="6531"/>
          <a:stretch/>
        </p:blipFill>
        <p:spPr>
          <a:xfrm>
            <a:off x="1024300" y="2049500"/>
            <a:ext cx="7537900" cy="286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150" y="244750"/>
            <a:ext cx="9070700" cy="165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n you give me this background ?" id="91" name="Google Shape;9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1385" y="0"/>
            <a:ext cx="924026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675" y="1073550"/>
            <a:ext cx="8321926" cy="38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0"/>
          <p:cNvPicPr preferRelativeResize="0"/>
          <p:nvPr/>
        </p:nvPicPr>
        <p:blipFill rotWithShape="1">
          <a:blip r:embed="rId5">
            <a:alphaModFix/>
          </a:blip>
          <a:srcRect b="38089" l="13432" r="13643" t="37000"/>
          <a:stretch/>
        </p:blipFill>
        <p:spPr>
          <a:xfrm>
            <a:off x="2915500" y="137150"/>
            <a:ext cx="3313000" cy="1131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1"/>
          <p:cNvPicPr preferRelativeResize="0"/>
          <p:nvPr/>
        </p:nvPicPr>
        <p:blipFill rotWithShape="1">
          <a:blip r:embed="rId3">
            <a:alphaModFix/>
          </a:blip>
          <a:srcRect b="129" l="0" r="0" t="119"/>
          <a:stretch/>
        </p:blipFill>
        <p:spPr>
          <a:xfrm>
            <a:off x="-117125" y="-87050"/>
            <a:ext cx="9261125" cy="523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n you make this picture very clear and add a nice label : Detailed view of a specific thesis, displaying comprehensive metadata.  " id="103" name="Google Shape;10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65925"/>
            <a:ext cx="9144000" cy="59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Βελτίωση αυτής της διαφάνειας" id="108" name="Google Shape;108;p23"/>
          <p:cNvPicPr preferRelativeResize="0"/>
          <p:nvPr/>
        </p:nvPicPr>
        <p:blipFill rotWithShape="1">
          <a:blip r:embed="rId3">
            <a:alphaModFix/>
          </a:blip>
          <a:srcRect b="8875" l="0" r="2219" t="0"/>
          <a:stretch/>
        </p:blipFill>
        <p:spPr>
          <a:xfrm>
            <a:off x="-35700" y="0"/>
            <a:ext cx="93494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Βελτίωση αυτής της διαφάνειας" id="113" name="Google Shape;11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Βελτίωση αυτής της διαφάνειας" id="118" name="Google Shape;11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